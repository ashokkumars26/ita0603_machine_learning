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B80CE-EF9D-16B0-2F26-8AB16834C1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5EB67D-BBAC-75EB-39F7-399818509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310AA-7E3B-5C47-3CAC-F6A7C88A4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5B888-D64E-42ED-8AC4-FDC05F27B8C6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61101-4BA6-E44A-CD57-958D1350D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34D933-04AC-A457-D0E4-5EFBEA5BB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84C70-297C-45AE-BDC5-A0C78D8491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021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54547-B721-295E-9352-9224E2C1E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982B2-827A-3575-7463-E42401B25C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22396-CA32-63AC-B1C5-C1691CE56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5B888-D64E-42ED-8AC4-FDC05F27B8C6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EB903B-5FB4-14A4-B85C-EB827D14B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51FCD8-D5A8-EB3C-777C-E673C5576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84C70-297C-45AE-BDC5-A0C78D8491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3007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5972C-775E-DC0B-D412-F684AAAE7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1CFED9-C0C5-D3E2-A282-34A9F8B4C4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E9AC1E-1E6D-B8D5-0399-B83C4D71F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5B888-D64E-42ED-8AC4-FDC05F27B8C6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13BBA9-82A1-D9E3-EACE-74770A0EC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FD4D1-4E3D-9164-B4FA-C0F080A9C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84C70-297C-45AE-BDC5-A0C78D8491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1959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CD7D3-6798-D9C4-9F45-5304CF719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A8476-B17F-C592-6A27-F8AE61647B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D11D9F-DD61-6E3B-D277-F8A8FAA28A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F8D47A-2041-1449-10EA-856843682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5B888-D64E-42ED-8AC4-FDC05F27B8C6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6E75AB-DFCA-4D87-4F45-9ABF19CED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F1421D-0756-719E-8CE6-3B89E381E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84C70-297C-45AE-BDC5-A0C78D8491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5801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B8F10-346C-A518-2B4D-15E3FFA27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A43B72-82FD-8B46-8F4D-D1EFC46F55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528047-5135-7C01-6868-0E8B2DCB9D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B752E6-89A2-41CD-6590-13CAD491D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1786B7-258F-B866-1277-81A01DBB58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E8337B-1D23-D622-1729-047050E44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5B888-D64E-42ED-8AC4-FDC05F27B8C6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476EAE-C650-D3EE-987E-BEE658F11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C903F7-11C6-9AE3-D614-14D35830D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84C70-297C-45AE-BDC5-A0C78D8491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8764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EE2DE-BB2A-BD3F-0182-87C29E6D3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2C1197-8657-CE81-23FA-13BB12F5F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5B888-D64E-42ED-8AC4-FDC05F27B8C6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80E5AD-8C2A-1319-901B-B4F6E0D58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2E5C57-1BA1-B69D-3FD1-8F9CE43BD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84C70-297C-45AE-BDC5-A0C78D8491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9242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C28661-3965-6C1C-EF6D-50265562B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5B888-D64E-42ED-8AC4-FDC05F27B8C6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03F18C-3BE8-18DF-D8DE-FAFCF8203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BB7BA8-2C76-CD76-F610-228FC2876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84C70-297C-45AE-BDC5-A0C78D8491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4375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26407-1088-407A-C6E6-BA648643B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7B887-8816-EB21-F70A-185025406A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BEF052-32F8-064D-DC91-8A4C4EBA23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35FC46-C0D0-EFD7-A3A2-8264A43EA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5B888-D64E-42ED-8AC4-FDC05F27B8C6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495A74-DB67-A52E-290F-CA1DC79FF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FF5CD2-2C15-505E-F9A2-A80F5987E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84C70-297C-45AE-BDC5-A0C78D8491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137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0FB91-A210-67FA-D70D-82488BEAC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5394C4-5F32-27BC-1542-8700F5582D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F08352-48C8-6638-FBCD-4E69E4D618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8C76A9-8243-D868-5734-6FB9F7B70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5B888-D64E-42ED-8AC4-FDC05F27B8C6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F743CF-6AC1-DA97-BDB0-2DF4750FC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8815FA-377C-15BA-0AA4-B3B963221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84C70-297C-45AE-BDC5-A0C78D8491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7901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9E5DE-D37D-0B3E-F980-498DBAC98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931584-255E-553D-1FCA-A6265E3F3A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83F0A7-4791-9672-80D3-6FB511F62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5B888-D64E-42ED-8AC4-FDC05F27B8C6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A68527-28B4-A6DE-227C-F2970083D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093862-C949-E31A-0BEC-3DCCFA419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84C70-297C-45AE-BDC5-A0C78D8491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5945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505033-8E36-0A30-B7FF-0CC6F4CE9B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55C7EB-D3F6-C3AB-A9A2-F87761B1BA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D2F886-6DEE-8BC5-E69D-0905E8253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5B888-D64E-42ED-8AC4-FDC05F27B8C6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470571-C1AA-B2B1-C1E9-02FD7B837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BAD99-CDDA-216D-DC34-5BC120EA1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84C70-297C-45AE-BDC5-A0C78D8491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5862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F4C257-2757-BFDC-3263-486E82F39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4754C6-C90A-2E94-D42C-68916D0D28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1B58B0-1D94-EA6E-378E-BD70FBCA50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85B888-D64E-42ED-8AC4-FDC05F27B8C6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9F959-2207-E255-0A7B-1EDD5EF79E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E87247-E309-0A87-BCF2-3664A65BDD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184C70-297C-45AE-BDC5-A0C78D8491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5574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4D619-B095-F936-D03B-38B6D3A083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7320" y="1647149"/>
            <a:ext cx="9144000" cy="2387600"/>
          </a:xfrm>
        </p:spPr>
        <p:txBody>
          <a:bodyPr>
            <a:normAutofit/>
          </a:bodyPr>
          <a:lstStyle/>
          <a:p>
            <a:r>
              <a:rPr lang="en-IN" sz="4400" dirty="0"/>
              <a:t>Support Vector Machines (SVMs) for Classification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CFF9C7-D171-09DA-EC50-E871A3CABF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4730" y="1488282"/>
            <a:ext cx="9144000" cy="1655762"/>
          </a:xfrm>
        </p:spPr>
        <p:txBody>
          <a:bodyPr/>
          <a:lstStyle/>
          <a:p>
            <a:r>
              <a:rPr lang="en-IN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ITA0603 - MACHINE LEARNING</a:t>
            </a:r>
          </a:p>
        </p:txBody>
      </p:sp>
      <p:pic>
        <p:nvPicPr>
          <p:cNvPr id="5" name="Picture 4" descr="SSE-Computer Science and Engineering">
            <a:extLst>
              <a:ext uri="{FF2B5EF4-FFF2-40B4-BE49-F238E27FC236}">
                <a16:creationId xmlns:a16="http://schemas.microsoft.com/office/drawing/2014/main" id="{E976E1BA-DB83-D0E2-BB76-3C2A78B3E7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0931" y="119737"/>
            <a:ext cx="9630137" cy="819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E0ECFD-B25B-17C5-84A3-790976D9A07D}"/>
              </a:ext>
            </a:extLst>
          </p:cNvPr>
          <p:cNvSpPr txBox="1"/>
          <p:nvPr/>
        </p:nvSpPr>
        <p:spPr>
          <a:xfrm>
            <a:off x="9517712" y="5828306"/>
            <a:ext cx="248080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Ashok Kumar S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No: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192424376</a:t>
            </a: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5001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EE7CB-99D6-4993-DBCF-2499B3C8E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Support Vector Machines (SVMs) for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C700F-5BA5-F53C-2CB8-99439605B2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5037"/>
            <a:ext cx="10515600" cy="4351338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 (SVM) is 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machine learning algorithm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mainly for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tasks. </a:t>
            </a:r>
          </a:p>
          <a:p>
            <a:pPr>
              <a:lnSpc>
                <a:spcPct val="2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classifies data by finding 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optimal hyperplane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separates different classes. </a:t>
            </a:r>
          </a:p>
          <a:p>
            <a:pPr>
              <a:lnSpc>
                <a:spcPct val="2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SVM is effective for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high-dimensional data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provides high accuracy. </a:t>
            </a:r>
          </a:p>
          <a:p>
            <a:pPr>
              <a:lnSpc>
                <a:spcPct val="2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solve both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non-linear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classification problems. </a:t>
            </a:r>
          </a:p>
        </p:txBody>
      </p:sp>
    </p:spTree>
    <p:extLst>
      <p:ext uri="{BB962C8B-B14F-4D97-AF65-F5344CB8AC3E}">
        <p14:creationId xmlns:p14="http://schemas.microsoft.com/office/powerpoint/2010/main" val="901055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BF6E7-EEA5-13D2-A876-83190AA27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Working Principle of SVM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1AA974-DE6A-7A03-B4DD-8FED6AB626EC}"/>
              </a:ext>
            </a:extLst>
          </p:cNvPr>
          <p:cNvSpPr txBox="1"/>
          <p:nvPr/>
        </p:nvSpPr>
        <p:spPr>
          <a:xfrm>
            <a:off x="941566" y="1891188"/>
            <a:ext cx="10269773" cy="419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Hyperplane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hyperplane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decision boundary that separates different classes.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2D it is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 3D it is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in higher dimensions it is called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hyperplane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Margin Maximization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margin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distance between the hyperplane and the nearest data points.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SVM selects the hyperplane with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margin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improve classification accuracy and reduce overfitting. 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Vectors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vectors are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closest training data points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the hyperplane.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determine the position of the optimal hyperplane and play a key role in classification.</a:t>
            </a:r>
          </a:p>
        </p:txBody>
      </p:sp>
    </p:spTree>
    <p:extLst>
      <p:ext uri="{BB962C8B-B14F-4D97-AF65-F5344CB8AC3E}">
        <p14:creationId xmlns:p14="http://schemas.microsoft.com/office/powerpoint/2010/main" val="4218298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E663F-873F-CAF8-E5C9-97EE4BF62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Kernel Functions and Non-Linear Classification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2A38AE2-92AA-1F2D-9DE9-26A8F32DB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 Functions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 functions transform data into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higher-dimensional space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allowing SVM to classify data that is not linearly separable.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Kernel Types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Kernel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For linearly separable data.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Polynomial Kernel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Creates curved decision boundaries.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RBF (Radial Basis Function) Kernel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Best for complex non-linear data.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Sigmoid Kernel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Similar to neural network activation functions.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Non-Linear Data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Maps complex data into higher dimensions.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Finds a linear hyperplane in the transformed space.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classification performance for real-world datasets.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8163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77572-4195-E70E-99AE-BC19F86B1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Advantages, Applications &amp;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E473D-9BF2-81CB-25C2-203F8501D3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758" y="1754063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classification accuracy.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in high-dimensional datasets.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both linear and non-linear data.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generalization with maximum-margin principle. </a:t>
            </a: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Recognition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Spam Email Detection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Diagnosis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Recognition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Classification </a:t>
            </a: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Machines classify data by finding the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optimal hyperplane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the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margin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define the decision boundary, while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 functions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 SVMs to effectively classify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non-linear data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SVM one of the most powerful machine learning algorithms for classification tasks.</a:t>
            </a:r>
          </a:p>
        </p:txBody>
      </p:sp>
    </p:spTree>
    <p:extLst>
      <p:ext uri="{BB962C8B-B14F-4D97-AF65-F5344CB8AC3E}">
        <p14:creationId xmlns:p14="http://schemas.microsoft.com/office/powerpoint/2010/main" val="9794761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369</Words>
  <Application>Microsoft Office PowerPoint</Application>
  <PresentationFormat>Widescreen</PresentationFormat>
  <Paragraphs>44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Tahoma</vt:lpstr>
      <vt:lpstr>Times New Roman</vt:lpstr>
      <vt:lpstr>Office Theme</vt:lpstr>
      <vt:lpstr>Support Vector Machines (SVMs) for Classification</vt:lpstr>
      <vt:lpstr>Support Vector Machines (SVMs) for Classification</vt:lpstr>
      <vt:lpstr>Working Principle of SVM</vt:lpstr>
      <vt:lpstr>Kernel Functions and Non-Linear Classification</vt:lpstr>
      <vt:lpstr>Advantages, Applications &amp;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ASHOK KUMAR</dc:creator>
  <cp:lastModifiedBy>ASHOK KUMAR</cp:lastModifiedBy>
  <cp:revision>3</cp:revision>
  <dcterms:created xsi:type="dcterms:W3CDTF">2026-07-12T17:13:56Z</dcterms:created>
  <dcterms:modified xsi:type="dcterms:W3CDTF">2026-07-25T06:22:29Z</dcterms:modified>
</cp:coreProperties>
</file>